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>
        <p:scale>
          <a:sx n="100" d="100"/>
          <a:sy n="100" d="100"/>
        </p:scale>
        <p:origin x="912" y="108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ED87B-D6B1-4A58-E58B-D74ABE46CB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284410-50DB-F2A4-EC40-13420AF5EA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19D0E6-1141-73EF-411F-E6A731F47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C3832-00F3-41F8-A4D9-DB10F569DFFB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6AFA76-0F59-2C9D-8DAE-A11DB8AE5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23E30E-FAF6-97F9-049F-5CE635D36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4BDFD-8B4B-4381-AD15-7BCDD03695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352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6B6A2-3300-A4FD-2FEA-3F3A48976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77A5D-DEA6-2A93-ABB0-42BF6B1350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C0EBA7-9797-538E-7FEC-6D4FCD1AE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C3832-00F3-41F8-A4D9-DB10F569DFFB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80D4DC-8D7E-78EA-F488-57B4C5775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59AECA-D021-376A-CFF8-7E92A1B1E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4BDFD-8B4B-4381-AD15-7BCDD03695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5927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5C81B-1109-EA08-FFCE-422DEABC8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32F610-1CAD-C17C-7536-1532C7F309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A998A8-5D5F-62AC-6173-93E1B95BD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C3832-00F3-41F8-A4D9-DB10F569DFFB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D4826E-8658-B43C-87EB-C036EEBD3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40DC93-888C-5983-26EC-333A8211C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4BDFD-8B4B-4381-AD15-7BCDD03695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399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BFAEA-C64D-36FD-C749-0F853B3CA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5CE457-0D8D-16DE-9E6F-16FB23D104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D6E3A3-8460-CC89-92FE-8D0C8F128E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EEDA2D-7FCE-9A06-89CE-86F6E4E01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C3832-00F3-41F8-A4D9-DB10F569DFFB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091F61-6F48-D1FD-1583-8BADBD276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FBCF29-1FB8-7A33-1400-0E56E4203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4BDFD-8B4B-4381-AD15-7BCDD03695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792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47224-3304-B2EE-FAFA-24F1BD52B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7E3CB3-F32B-764E-A676-654B7AE53E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6EFA42-B412-C74D-E35B-48602E597F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2A8EB9-100C-C53B-7389-7075B29C40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D05541-68EF-88A0-9021-5501B7A60C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0F16C1-F4FA-CF67-F3BA-6F291B862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C3832-00F3-41F8-A4D9-DB10F569DFFB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AAC598-59A5-55AA-2F07-8804F6A5F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71E63E-8A25-2BE4-9C07-EEE8ED217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4BDFD-8B4B-4381-AD15-7BCDD03695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791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EF95C-8DF1-7EAC-2CA9-7802D756D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A7AE06-6134-9DFA-2FE6-2BE8B6C26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C3832-00F3-41F8-A4D9-DB10F569DFFB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AED93A-54CD-6ABC-5712-6A97DDB25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225A19-D9F9-CF6B-7758-5ECE0381C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4BDFD-8B4B-4381-AD15-7BCDD03695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759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15D4FB-D582-81DE-406D-7618B216E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C3832-00F3-41F8-A4D9-DB10F569DFFB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E20942-2753-135E-62FB-F53EB72FE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EA6434-BB80-9B17-3AF7-E80B8FD1B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4BDFD-8B4B-4381-AD15-7BCDD03695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158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6D69C-6B5D-4C6A-A668-222B19EB8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E68B88-5F43-9F17-B8A7-52FBA04184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9505F3-9477-B09E-BEA0-CC64C47EBC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AD6F9F-7650-07B8-8EC7-1107C99B7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C3832-00F3-41F8-A4D9-DB10F569DFFB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4A9E88-BC32-C517-BE87-22549C82E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78E1C6-0904-E9CC-63D0-3430ECF69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4BDFD-8B4B-4381-AD15-7BCDD03695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6193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BA2F0-E298-1816-753E-48A977099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8CAB6A-5310-4DC0-9C14-99331C7DA4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0DC118-E32E-1718-8EBB-79B3B719F4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7D47BF-F055-42E9-8153-69BEC3562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C3832-00F3-41F8-A4D9-DB10F569DFFB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B6AD34-DD96-A7F4-43A8-F3E66AF92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17042E-55E0-CFEF-0816-77F9F65A7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4BDFD-8B4B-4381-AD15-7BCDD03695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5521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D06A2-B8DA-51B9-F8BC-2195B9D83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36C6EF-6E0E-53AF-DFA0-11C4E6182D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8FD075-B61F-1137-DD9E-5547A6B70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C3832-00F3-41F8-A4D9-DB10F569DFFB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152B15-FFE4-EDBF-7349-DAD32F0EA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0CF3B6-75C6-83D4-09A3-6151C974E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4BDFD-8B4B-4381-AD15-7BCDD03695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700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55A22D-CD01-692E-7AD3-85BAECE649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81754A-59FA-6AAF-4947-8A76AD123E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45B907-A58C-BE9E-FBB8-DA9CAEEBA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C3832-00F3-41F8-A4D9-DB10F569DFFB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DD33EB-EB3C-C10C-60B4-07A42D9CD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191594-64EE-3AB9-A50A-09F608DE5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4BDFD-8B4B-4381-AD15-7BCDD03695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559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FB360B-EBF8-F7B6-30E0-ECEC8237F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86C75C-968E-B3F8-1F50-0AF47557A6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F5367B-79AF-0BA0-55FD-F3BF8CB814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3C3832-00F3-41F8-A4D9-DB10F569DFFB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D363AB-8A9A-C256-E0DF-ACCD7A420E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977597-04E4-AB7E-86A7-67872F6695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D4BDFD-8B4B-4381-AD15-7BCDD03695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687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 78">
            <a:extLst>
              <a:ext uri="{FF2B5EF4-FFF2-40B4-BE49-F238E27FC236}">
                <a16:creationId xmlns:a16="http://schemas.microsoft.com/office/drawing/2014/main" id="{1A7AFF8E-A50B-41F1-BD41-6EAD48F67EEE}"/>
              </a:ext>
            </a:extLst>
          </p:cNvPr>
          <p:cNvSpPr/>
          <p:nvPr/>
        </p:nvSpPr>
        <p:spPr>
          <a:xfrm>
            <a:off x="1524000" y="295275"/>
            <a:ext cx="9153525" cy="62579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D99A8B97-339B-8642-ADF7-A5AFCB6FDF2D}"/>
              </a:ext>
            </a:extLst>
          </p:cNvPr>
          <p:cNvSpPr/>
          <p:nvPr/>
        </p:nvSpPr>
        <p:spPr>
          <a:xfrm>
            <a:off x="4615497" y="638125"/>
            <a:ext cx="2961005" cy="2743310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Acceptance Tests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Trapezoid 32">
            <a:extLst>
              <a:ext uri="{FF2B5EF4-FFF2-40B4-BE49-F238E27FC236}">
                <a16:creationId xmlns:a16="http://schemas.microsoft.com/office/drawing/2014/main" id="{3EAFA078-EF9E-1D6C-EEA5-EE3308B0E1E0}"/>
              </a:ext>
            </a:extLst>
          </p:cNvPr>
          <p:cNvSpPr/>
          <p:nvPr/>
        </p:nvSpPr>
        <p:spPr>
          <a:xfrm>
            <a:off x="4043329" y="3444585"/>
            <a:ext cx="4113988" cy="1013548"/>
          </a:xfrm>
          <a:prstGeom prst="trapezoid">
            <a:avLst>
              <a:gd name="adj" fmla="val 536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Integration Tests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AF43F75-024C-3C33-19AD-D5E085DEDD3C}"/>
              </a:ext>
            </a:extLst>
          </p:cNvPr>
          <p:cNvCxnSpPr>
            <a:cxnSpLocks/>
          </p:cNvCxnSpPr>
          <p:nvPr/>
        </p:nvCxnSpPr>
        <p:spPr>
          <a:xfrm flipV="1">
            <a:off x="2810849" y="1243442"/>
            <a:ext cx="2056426" cy="3799292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8917EFC-DB7B-E389-93F4-B42C2DEB26FE}"/>
              </a:ext>
            </a:extLst>
          </p:cNvPr>
          <p:cNvCxnSpPr>
            <a:cxnSpLocks/>
          </p:cNvCxnSpPr>
          <p:nvPr/>
        </p:nvCxnSpPr>
        <p:spPr>
          <a:xfrm>
            <a:off x="3340418" y="6179185"/>
            <a:ext cx="5498782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5BF286F-B626-471B-DB54-A28A0F659940}"/>
              </a:ext>
            </a:extLst>
          </p:cNvPr>
          <p:cNvSpPr txBox="1"/>
          <p:nvPr/>
        </p:nvSpPr>
        <p:spPr>
          <a:xfrm>
            <a:off x="3340419" y="5937010"/>
            <a:ext cx="54987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NUMBER OF TESTS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A9AB13D-64FF-4416-5AAA-BF337E8BF2CE}"/>
              </a:ext>
            </a:extLst>
          </p:cNvPr>
          <p:cNvSpPr txBox="1"/>
          <p:nvPr/>
        </p:nvSpPr>
        <p:spPr>
          <a:xfrm>
            <a:off x="2069499" y="2056257"/>
            <a:ext cx="230314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COST OF TEST CREATION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MAINTENANCE OF TEST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TIME TO EXECUTE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FRAGILITY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TEST COVERAGE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E505110-A5B6-15EB-6871-FCD25A7EC038}"/>
              </a:ext>
            </a:extLst>
          </p:cNvPr>
          <p:cNvSpPr txBox="1"/>
          <p:nvPr/>
        </p:nvSpPr>
        <p:spPr>
          <a:xfrm>
            <a:off x="5028588" y="3900613"/>
            <a:ext cx="21132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Automated Component Tests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BB9905D-ACE5-E000-5A7C-0832B3142892}"/>
              </a:ext>
            </a:extLst>
          </p:cNvPr>
          <p:cNvSpPr txBox="1"/>
          <p:nvPr/>
        </p:nvSpPr>
        <p:spPr>
          <a:xfrm>
            <a:off x="5028588" y="5086564"/>
            <a:ext cx="21132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Automated Unit Tests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F2403CA-F2B1-A79D-6F2A-976CB23458B8}"/>
              </a:ext>
            </a:extLst>
          </p:cNvPr>
          <p:cNvSpPr txBox="1"/>
          <p:nvPr/>
        </p:nvSpPr>
        <p:spPr>
          <a:xfrm>
            <a:off x="5028588" y="4114654"/>
            <a:ext cx="21132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Automated API Tests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C20AAF5-FA68-4E17-D60F-4F499BE3BBA4}"/>
              </a:ext>
            </a:extLst>
          </p:cNvPr>
          <p:cNvSpPr txBox="1"/>
          <p:nvPr/>
        </p:nvSpPr>
        <p:spPr>
          <a:xfrm>
            <a:off x="5029834" y="2852757"/>
            <a:ext cx="21132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Automated Regression Testing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C9CBBFB-5DE6-97B9-B47F-FAED941BE2B2}"/>
              </a:ext>
            </a:extLst>
          </p:cNvPr>
          <p:cNvSpPr txBox="1"/>
          <p:nvPr/>
        </p:nvSpPr>
        <p:spPr>
          <a:xfrm>
            <a:off x="5039359" y="2610475"/>
            <a:ext cx="21132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Manual End-to-End (E2E) Testing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0D77A1D-B4C2-82BD-0584-3C57B8D5045B}"/>
              </a:ext>
            </a:extLst>
          </p:cNvPr>
          <p:cNvSpPr txBox="1"/>
          <p:nvPr/>
        </p:nvSpPr>
        <p:spPr>
          <a:xfrm>
            <a:off x="8933789" y="4254480"/>
            <a:ext cx="8548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Build</a:t>
            </a:r>
          </a:p>
          <a:p>
            <a:pPr algn="ctr"/>
            <a:r>
              <a:rPr lang="en-US" sz="1200" dirty="0"/>
              <a:t>Server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9004982-7EB1-959E-3ED5-569465C24E68}"/>
              </a:ext>
            </a:extLst>
          </p:cNvPr>
          <p:cNvSpPr txBox="1"/>
          <p:nvPr/>
        </p:nvSpPr>
        <p:spPr>
          <a:xfrm>
            <a:off x="5029834" y="3071920"/>
            <a:ext cx="21132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Performance Testing</a:t>
            </a:r>
          </a:p>
        </p:txBody>
      </p:sp>
      <p:sp>
        <p:nvSpPr>
          <p:cNvPr id="51" name="Trapezoid 50">
            <a:extLst>
              <a:ext uri="{FF2B5EF4-FFF2-40B4-BE49-F238E27FC236}">
                <a16:creationId xmlns:a16="http://schemas.microsoft.com/office/drawing/2014/main" id="{DC2B2BF9-57B8-6DDA-2BA8-A0EBB965F2B8}"/>
              </a:ext>
            </a:extLst>
          </p:cNvPr>
          <p:cNvSpPr/>
          <p:nvPr/>
        </p:nvSpPr>
        <p:spPr>
          <a:xfrm>
            <a:off x="3472329" y="4516910"/>
            <a:ext cx="5271247" cy="1013548"/>
          </a:xfrm>
          <a:prstGeom prst="trapezoid">
            <a:avLst>
              <a:gd name="adj" fmla="val 536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Unit Tests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7A571170-D017-D8E8-A29C-5773FE24AD2F}"/>
              </a:ext>
            </a:extLst>
          </p:cNvPr>
          <p:cNvCxnSpPr>
            <a:cxnSpLocks/>
          </p:cNvCxnSpPr>
          <p:nvPr/>
        </p:nvCxnSpPr>
        <p:spPr>
          <a:xfrm>
            <a:off x="6106695" y="628600"/>
            <a:ext cx="2839794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DC35C73D-513B-DB55-4B57-162AA56FD44A}"/>
              </a:ext>
            </a:extLst>
          </p:cNvPr>
          <p:cNvCxnSpPr>
            <a:cxnSpLocks/>
          </p:cNvCxnSpPr>
          <p:nvPr/>
        </p:nvCxnSpPr>
        <p:spPr>
          <a:xfrm>
            <a:off x="7589202" y="3370228"/>
            <a:ext cx="1357287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82FB208E-2073-0BAF-E719-FC101A0FB1AB}"/>
              </a:ext>
            </a:extLst>
          </p:cNvPr>
          <p:cNvCxnSpPr>
            <a:cxnSpLocks/>
          </p:cNvCxnSpPr>
          <p:nvPr/>
        </p:nvCxnSpPr>
        <p:spPr>
          <a:xfrm>
            <a:off x="7646352" y="3443342"/>
            <a:ext cx="1300137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8C7180AA-5598-A174-E6AF-8C68D5964F83}"/>
              </a:ext>
            </a:extLst>
          </p:cNvPr>
          <p:cNvCxnSpPr>
            <a:cxnSpLocks/>
          </p:cNvCxnSpPr>
          <p:nvPr/>
        </p:nvCxnSpPr>
        <p:spPr>
          <a:xfrm>
            <a:off x="8763796" y="5533633"/>
            <a:ext cx="182693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19587A2C-0F6E-68B0-8550-3CDEDDBB48FD}"/>
              </a:ext>
            </a:extLst>
          </p:cNvPr>
          <p:cNvCxnSpPr>
            <a:cxnSpLocks/>
          </p:cNvCxnSpPr>
          <p:nvPr/>
        </p:nvCxnSpPr>
        <p:spPr>
          <a:xfrm>
            <a:off x="8946489" y="3467110"/>
            <a:ext cx="0" cy="203477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646A0693-86F6-3414-D762-2DB494EECA3C}"/>
              </a:ext>
            </a:extLst>
          </p:cNvPr>
          <p:cNvCxnSpPr>
            <a:cxnSpLocks/>
          </p:cNvCxnSpPr>
          <p:nvPr/>
        </p:nvCxnSpPr>
        <p:spPr>
          <a:xfrm>
            <a:off x="8946489" y="647650"/>
            <a:ext cx="0" cy="2702208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7859DA69-F6AE-4883-2CC0-7CF0F6D17CD1}"/>
              </a:ext>
            </a:extLst>
          </p:cNvPr>
          <p:cNvSpPr txBox="1"/>
          <p:nvPr/>
        </p:nvSpPr>
        <p:spPr>
          <a:xfrm>
            <a:off x="8909931" y="1778947"/>
            <a:ext cx="8548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Test</a:t>
            </a:r>
          </a:p>
          <a:p>
            <a:pPr algn="ctr"/>
            <a:r>
              <a:rPr lang="en-US" sz="1200" dirty="0"/>
              <a:t>Server</a:t>
            </a: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2FD4EE61-33F4-7FE4-792C-94B72A099227}"/>
              </a:ext>
            </a:extLst>
          </p:cNvPr>
          <p:cNvCxnSpPr>
            <a:cxnSpLocks/>
          </p:cNvCxnSpPr>
          <p:nvPr/>
        </p:nvCxnSpPr>
        <p:spPr>
          <a:xfrm>
            <a:off x="8946489" y="4474657"/>
            <a:ext cx="139700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BB99BE32-3FCD-8B07-92D9-6A7E41BE3071}"/>
              </a:ext>
            </a:extLst>
          </p:cNvPr>
          <p:cNvCxnSpPr>
            <a:cxnSpLocks/>
          </p:cNvCxnSpPr>
          <p:nvPr/>
        </p:nvCxnSpPr>
        <p:spPr>
          <a:xfrm>
            <a:off x="8949479" y="1997410"/>
            <a:ext cx="139700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12418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</TotalTime>
  <Words>46</Words>
  <Application>Microsoft Office PowerPoint</Application>
  <PresentationFormat>Widescreen</PresentationFormat>
  <Paragraphs>20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 Johnson</dc:creator>
  <cp:lastModifiedBy>Matt Johnson</cp:lastModifiedBy>
  <cp:revision>36</cp:revision>
  <dcterms:created xsi:type="dcterms:W3CDTF">2025-12-15T18:10:59Z</dcterms:created>
  <dcterms:modified xsi:type="dcterms:W3CDTF">2025-12-15T21:42:27Z</dcterms:modified>
</cp:coreProperties>
</file>